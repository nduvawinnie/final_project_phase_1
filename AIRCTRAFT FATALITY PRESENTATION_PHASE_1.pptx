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65" r:id="rId4"/>
    <p:sldId id="258" r:id="rId5"/>
    <p:sldId id="262" r:id="rId6"/>
    <p:sldId id="263" r:id="rId7"/>
    <p:sldId id="264" r:id="rId8"/>
    <p:sldId id="266" r:id="rId9"/>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2F0C96F-8BD3-4E77-BC99-BD3D8FF3553D}">
          <p14:sldIdLst>
            <p14:sldId id="256"/>
            <p14:sldId id="257"/>
            <p14:sldId id="265"/>
            <p14:sldId id="258"/>
            <p14:sldId id="262"/>
            <p14:sldId id="263"/>
            <p14:sldId id="264"/>
            <p14:sldId id="26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D5A68-7F58-7818-9BFC-804FB8E6D3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KE"/>
          </a:p>
        </p:txBody>
      </p:sp>
      <p:sp>
        <p:nvSpPr>
          <p:cNvPr id="3" name="Subtitle 2">
            <a:extLst>
              <a:ext uri="{FF2B5EF4-FFF2-40B4-BE49-F238E27FC236}">
                <a16:creationId xmlns:a16="http://schemas.microsoft.com/office/drawing/2014/main" id="{99B4E712-932C-E681-C09C-A7E5B8908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E"/>
          </a:p>
        </p:txBody>
      </p:sp>
      <p:sp>
        <p:nvSpPr>
          <p:cNvPr id="4" name="Date Placeholder 3">
            <a:extLst>
              <a:ext uri="{FF2B5EF4-FFF2-40B4-BE49-F238E27FC236}">
                <a16:creationId xmlns:a16="http://schemas.microsoft.com/office/drawing/2014/main" id="{B2A11F16-94EB-92E2-9B14-1798B2220931}"/>
              </a:ext>
            </a:extLst>
          </p:cNvPr>
          <p:cNvSpPr>
            <a:spLocks noGrp="1"/>
          </p:cNvSpPr>
          <p:nvPr>
            <p:ph type="dt" sz="half" idx="10"/>
          </p:nvPr>
        </p:nvSpPr>
        <p:spPr/>
        <p:txBody>
          <a:bodyPr/>
          <a:lstStyle/>
          <a:p>
            <a:fld id="{26648ED1-6129-4ED2-A2D9-CBE1D3BA665D}" type="datetimeFigureOut">
              <a:rPr lang="en-KE" smtClean="0"/>
              <a:t>01/02/2026</a:t>
            </a:fld>
            <a:endParaRPr lang="en-KE"/>
          </a:p>
        </p:txBody>
      </p:sp>
      <p:sp>
        <p:nvSpPr>
          <p:cNvPr id="5" name="Footer Placeholder 4">
            <a:extLst>
              <a:ext uri="{FF2B5EF4-FFF2-40B4-BE49-F238E27FC236}">
                <a16:creationId xmlns:a16="http://schemas.microsoft.com/office/drawing/2014/main" id="{40E30B12-AC6A-E940-5A34-EE5A34655E4B}"/>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4184D4E4-93BE-9680-A7B0-A960F0B2AFF4}"/>
              </a:ext>
            </a:extLst>
          </p:cNvPr>
          <p:cNvSpPr>
            <a:spLocks noGrp="1"/>
          </p:cNvSpPr>
          <p:nvPr>
            <p:ph type="sldNum" sz="quarter" idx="12"/>
          </p:nvPr>
        </p:nvSpPr>
        <p:spPr/>
        <p:txBody>
          <a:bodyPr/>
          <a:lstStyle/>
          <a:p>
            <a:fld id="{34C283BD-815C-4B57-B929-EC3EB867FEE2}" type="slidenum">
              <a:rPr lang="en-KE" smtClean="0"/>
              <a:t>‹#›</a:t>
            </a:fld>
            <a:endParaRPr lang="en-KE"/>
          </a:p>
        </p:txBody>
      </p:sp>
    </p:spTree>
    <p:extLst>
      <p:ext uri="{BB962C8B-B14F-4D97-AF65-F5344CB8AC3E}">
        <p14:creationId xmlns:p14="http://schemas.microsoft.com/office/powerpoint/2010/main" val="2650364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B6C6F-16BD-99DB-F504-2A7B4BF8BB2A}"/>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54C8C471-C329-F6D7-4D96-D1A1EF0A1C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7D63229D-7739-2A22-7F46-079389B25653}"/>
              </a:ext>
            </a:extLst>
          </p:cNvPr>
          <p:cNvSpPr>
            <a:spLocks noGrp="1"/>
          </p:cNvSpPr>
          <p:nvPr>
            <p:ph type="dt" sz="half" idx="10"/>
          </p:nvPr>
        </p:nvSpPr>
        <p:spPr/>
        <p:txBody>
          <a:bodyPr/>
          <a:lstStyle/>
          <a:p>
            <a:fld id="{26648ED1-6129-4ED2-A2D9-CBE1D3BA665D}" type="datetimeFigureOut">
              <a:rPr lang="en-KE" smtClean="0"/>
              <a:t>01/02/2026</a:t>
            </a:fld>
            <a:endParaRPr lang="en-KE"/>
          </a:p>
        </p:txBody>
      </p:sp>
      <p:sp>
        <p:nvSpPr>
          <p:cNvPr id="5" name="Footer Placeholder 4">
            <a:extLst>
              <a:ext uri="{FF2B5EF4-FFF2-40B4-BE49-F238E27FC236}">
                <a16:creationId xmlns:a16="http://schemas.microsoft.com/office/drawing/2014/main" id="{02B621C6-3C72-707A-10FA-3B43D8BD1CA3}"/>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1D2D0741-CD9D-1B80-3F6A-ECDD1A2F045C}"/>
              </a:ext>
            </a:extLst>
          </p:cNvPr>
          <p:cNvSpPr>
            <a:spLocks noGrp="1"/>
          </p:cNvSpPr>
          <p:nvPr>
            <p:ph type="sldNum" sz="quarter" idx="12"/>
          </p:nvPr>
        </p:nvSpPr>
        <p:spPr/>
        <p:txBody>
          <a:bodyPr/>
          <a:lstStyle/>
          <a:p>
            <a:fld id="{34C283BD-815C-4B57-B929-EC3EB867FEE2}" type="slidenum">
              <a:rPr lang="en-KE" smtClean="0"/>
              <a:t>‹#›</a:t>
            </a:fld>
            <a:endParaRPr lang="en-KE"/>
          </a:p>
        </p:txBody>
      </p:sp>
    </p:spTree>
    <p:extLst>
      <p:ext uri="{BB962C8B-B14F-4D97-AF65-F5344CB8AC3E}">
        <p14:creationId xmlns:p14="http://schemas.microsoft.com/office/powerpoint/2010/main" val="1259879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462C3-12F4-FEBE-AD64-A121039B76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EA674934-5886-E778-95E1-DD27C5D3E8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F2D7C8-96A0-66B8-2EE9-E4A9E9C15835}"/>
              </a:ext>
            </a:extLst>
          </p:cNvPr>
          <p:cNvSpPr>
            <a:spLocks noGrp="1"/>
          </p:cNvSpPr>
          <p:nvPr>
            <p:ph type="dt" sz="half" idx="10"/>
          </p:nvPr>
        </p:nvSpPr>
        <p:spPr/>
        <p:txBody>
          <a:bodyPr/>
          <a:lstStyle/>
          <a:p>
            <a:fld id="{26648ED1-6129-4ED2-A2D9-CBE1D3BA665D}" type="datetimeFigureOut">
              <a:rPr lang="en-KE" smtClean="0"/>
              <a:t>01/02/2026</a:t>
            </a:fld>
            <a:endParaRPr lang="en-KE"/>
          </a:p>
        </p:txBody>
      </p:sp>
      <p:sp>
        <p:nvSpPr>
          <p:cNvPr id="5" name="Footer Placeholder 4">
            <a:extLst>
              <a:ext uri="{FF2B5EF4-FFF2-40B4-BE49-F238E27FC236}">
                <a16:creationId xmlns:a16="http://schemas.microsoft.com/office/drawing/2014/main" id="{1E414DD5-6C73-2560-B245-2192B1A06481}"/>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0C6DE8A1-DC3F-2E2D-9503-6948C4695519}"/>
              </a:ext>
            </a:extLst>
          </p:cNvPr>
          <p:cNvSpPr>
            <a:spLocks noGrp="1"/>
          </p:cNvSpPr>
          <p:nvPr>
            <p:ph type="sldNum" sz="quarter" idx="12"/>
          </p:nvPr>
        </p:nvSpPr>
        <p:spPr/>
        <p:txBody>
          <a:bodyPr/>
          <a:lstStyle/>
          <a:p>
            <a:fld id="{34C283BD-815C-4B57-B929-EC3EB867FEE2}" type="slidenum">
              <a:rPr lang="en-KE" smtClean="0"/>
              <a:t>‹#›</a:t>
            </a:fld>
            <a:endParaRPr lang="en-KE"/>
          </a:p>
        </p:txBody>
      </p:sp>
    </p:spTree>
    <p:extLst>
      <p:ext uri="{BB962C8B-B14F-4D97-AF65-F5344CB8AC3E}">
        <p14:creationId xmlns:p14="http://schemas.microsoft.com/office/powerpoint/2010/main" val="4213712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E98E9-DE4B-D9AA-B760-C47858AB60BE}"/>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3C18A65B-8BC0-8647-2FF5-146DCEC7F1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0A963BD6-247C-6422-9DBB-2FD8B3259D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83D5E023-A19B-1877-1A2B-43DFBFE9FA35}"/>
              </a:ext>
            </a:extLst>
          </p:cNvPr>
          <p:cNvSpPr>
            <a:spLocks noGrp="1"/>
          </p:cNvSpPr>
          <p:nvPr>
            <p:ph type="dt" sz="half" idx="10"/>
          </p:nvPr>
        </p:nvSpPr>
        <p:spPr/>
        <p:txBody>
          <a:bodyPr/>
          <a:lstStyle/>
          <a:p>
            <a:fld id="{26648ED1-6129-4ED2-A2D9-CBE1D3BA665D}" type="datetimeFigureOut">
              <a:rPr lang="en-KE" smtClean="0"/>
              <a:t>01/02/2026</a:t>
            </a:fld>
            <a:endParaRPr lang="en-KE"/>
          </a:p>
        </p:txBody>
      </p:sp>
      <p:sp>
        <p:nvSpPr>
          <p:cNvPr id="6" name="Footer Placeholder 5">
            <a:extLst>
              <a:ext uri="{FF2B5EF4-FFF2-40B4-BE49-F238E27FC236}">
                <a16:creationId xmlns:a16="http://schemas.microsoft.com/office/drawing/2014/main" id="{C9BDAC81-F364-88E3-2130-BCFA1D74A22E}"/>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1514FE07-600B-DEB1-D0CD-91343EB428FE}"/>
              </a:ext>
            </a:extLst>
          </p:cNvPr>
          <p:cNvSpPr>
            <a:spLocks noGrp="1"/>
          </p:cNvSpPr>
          <p:nvPr>
            <p:ph type="sldNum" sz="quarter" idx="12"/>
          </p:nvPr>
        </p:nvSpPr>
        <p:spPr/>
        <p:txBody>
          <a:bodyPr/>
          <a:lstStyle/>
          <a:p>
            <a:fld id="{34C283BD-815C-4B57-B929-EC3EB867FEE2}" type="slidenum">
              <a:rPr lang="en-KE" smtClean="0"/>
              <a:t>‹#›</a:t>
            </a:fld>
            <a:endParaRPr lang="en-KE"/>
          </a:p>
        </p:txBody>
      </p:sp>
    </p:spTree>
    <p:extLst>
      <p:ext uri="{BB962C8B-B14F-4D97-AF65-F5344CB8AC3E}">
        <p14:creationId xmlns:p14="http://schemas.microsoft.com/office/powerpoint/2010/main" val="4163497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F2882-AA24-D5F7-790F-C65C0FCE02E1}"/>
              </a:ext>
            </a:extLst>
          </p:cNvPr>
          <p:cNvSpPr>
            <a:spLocks noGrp="1"/>
          </p:cNvSpPr>
          <p:nvPr>
            <p:ph type="title"/>
          </p:nvPr>
        </p:nvSpPr>
        <p:spPr>
          <a:xfrm>
            <a:off x="839788" y="365125"/>
            <a:ext cx="10515600" cy="1325563"/>
          </a:xfrm>
        </p:spPr>
        <p:txBody>
          <a:bodyPr/>
          <a:lstStyle/>
          <a:p>
            <a:r>
              <a:rPr lang="en-US"/>
              <a:t>Click to edit Master title style</a:t>
            </a:r>
            <a:endParaRPr lang="en-KE"/>
          </a:p>
        </p:txBody>
      </p:sp>
      <p:sp>
        <p:nvSpPr>
          <p:cNvPr id="3" name="Text Placeholder 2">
            <a:extLst>
              <a:ext uri="{FF2B5EF4-FFF2-40B4-BE49-F238E27FC236}">
                <a16:creationId xmlns:a16="http://schemas.microsoft.com/office/drawing/2014/main" id="{0D5B7F18-4589-4A0D-1C08-1C07A276A7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4B9B69-DB77-FFF2-3A53-E09979DD46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AE64B591-F33F-6D3D-F949-6C43469D2B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A76136-006F-2075-4516-8AD9BFACC3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298DEC11-DBB1-AB76-EAD8-5CF9FE0D54B6}"/>
              </a:ext>
            </a:extLst>
          </p:cNvPr>
          <p:cNvSpPr>
            <a:spLocks noGrp="1"/>
          </p:cNvSpPr>
          <p:nvPr>
            <p:ph type="dt" sz="half" idx="10"/>
          </p:nvPr>
        </p:nvSpPr>
        <p:spPr/>
        <p:txBody>
          <a:bodyPr/>
          <a:lstStyle/>
          <a:p>
            <a:fld id="{26648ED1-6129-4ED2-A2D9-CBE1D3BA665D}" type="datetimeFigureOut">
              <a:rPr lang="en-KE" smtClean="0"/>
              <a:t>01/02/2026</a:t>
            </a:fld>
            <a:endParaRPr lang="en-KE"/>
          </a:p>
        </p:txBody>
      </p:sp>
      <p:sp>
        <p:nvSpPr>
          <p:cNvPr id="8" name="Footer Placeholder 7">
            <a:extLst>
              <a:ext uri="{FF2B5EF4-FFF2-40B4-BE49-F238E27FC236}">
                <a16:creationId xmlns:a16="http://schemas.microsoft.com/office/drawing/2014/main" id="{95241C50-F945-C6D6-9C44-F1B6071F8F26}"/>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3AA750EE-670E-64D5-9BBC-44A20B3C74F5}"/>
              </a:ext>
            </a:extLst>
          </p:cNvPr>
          <p:cNvSpPr>
            <a:spLocks noGrp="1"/>
          </p:cNvSpPr>
          <p:nvPr>
            <p:ph type="sldNum" sz="quarter" idx="12"/>
          </p:nvPr>
        </p:nvSpPr>
        <p:spPr/>
        <p:txBody>
          <a:bodyPr/>
          <a:lstStyle/>
          <a:p>
            <a:fld id="{34C283BD-815C-4B57-B929-EC3EB867FEE2}" type="slidenum">
              <a:rPr lang="en-KE" smtClean="0"/>
              <a:t>‹#›</a:t>
            </a:fld>
            <a:endParaRPr lang="en-KE"/>
          </a:p>
        </p:txBody>
      </p:sp>
    </p:spTree>
    <p:extLst>
      <p:ext uri="{BB962C8B-B14F-4D97-AF65-F5344CB8AC3E}">
        <p14:creationId xmlns:p14="http://schemas.microsoft.com/office/powerpoint/2010/main" val="859421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853B-86AA-4DA9-B86C-451B84E48591}"/>
              </a:ext>
            </a:extLst>
          </p:cNvPr>
          <p:cNvSpPr>
            <a:spLocks noGrp="1"/>
          </p:cNvSpPr>
          <p:nvPr>
            <p:ph type="title"/>
          </p:nvPr>
        </p:nvSpPr>
        <p:spPr/>
        <p:txBody>
          <a:bodyPr/>
          <a:lstStyle/>
          <a:p>
            <a:r>
              <a:rPr lang="en-US"/>
              <a:t>Click to edit Master title style</a:t>
            </a:r>
            <a:endParaRPr lang="en-KE"/>
          </a:p>
        </p:txBody>
      </p:sp>
      <p:sp>
        <p:nvSpPr>
          <p:cNvPr id="3" name="Date Placeholder 2">
            <a:extLst>
              <a:ext uri="{FF2B5EF4-FFF2-40B4-BE49-F238E27FC236}">
                <a16:creationId xmlns:a16="http://schemas.microsoft.com/office/drawing/2014/main" id="{E0DE0E67-F570-89B1-F3B6-F90608E159CF}"/>
              </a:ext>
            </a:extLst>
          </p:cNvPr>
          <p:cNvSpPr>
            <a:spLocks noGrp="1"/>
          </p:cNvSpPr>
          <p:nvPr>
            <p:ph type="dt" sz="half" idx="10"/>
          </p:nvPr>
        </p:nvSpPr>
        <p:spPr/>
        <p:txBody>
          <a:bodyPr/>
          <a:lstStyle/>
          <a:p>
            <a:fld id="{26648ED1-6129-4ED2-A2D9-CBE1D3BA665D}" type="datetimeFigureOut">
              <a:rPr lang="en-KE" smtClean="0"/>
              <a:t>01/02/2026</a:t>
            </a:fld>
            <a:endParaRPr lang="en-KE"/>
          </a:p>
        </p:txBody>
      </p:sp>
      <p:sp>
        <p:nvSpPr>
          <p:cNvPr id="4" name="Footer Placeholder 3">
            <a:extLst>
              <a:ext uri="{FF2B5EF4-FFF2-40B4-BE49-F238E27FC236}">
                <a16:creationId xmlns:a16="http://schemas.microsoft.com/office/drawing/2014/main" id="{F2C070D7-5F0B-92AD-A8A1-D94048FC2FED}"/>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D0793900-3774-A003-1646-0F090ABA9108}"/>
              </a:ext>
            </a:extLst>
          </p:cNvPr>
          <p:cNvSpPr>
            <a:spLocks noGrp="1"/>
          </p:cNvSpPr>
          <p:nvPr>
            <p:ph type="sldNum" sz="quarter" idx="12"/>
          </p:nvPr>
        </p:nvSpPr>
        <p:spPr/>
        <p:txBody>
          <a:bodyPr/>
          <a:lstStyle/>
          <a:p>
            <a:fld id="{34C283BD-815C-4B57-B929-EC3EB867FEE2}" type="slidenum">
              <a:rPr lang="en-KE" smtClean="0"/>
              <a:t>‹#›</a:t>
            </a:fld>
            <a:endParaRPr lang="en-KE"/>
          </a:p>
        </p:txBody>
      </p:sp>
    </p:spTree>
    <p:extLst>
      <p:ext uri="{BB962C8B-B14F-4D97-AF65-F5344CB8AC3E}">
        <p14:creationId xmlns:p14="http://schemas.microsoft.com/office/powerpoint/2010/main" val="3099345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EFF565-2129-557F-1351-40955445702B}"/>
              </a:ext>
            </a:extLst>
          </p:cNvPr>
          <p:cNvSpPr>
            <a:spLocks noGrp="1"/>
          </p:cNvSpPr>
          <p:nvPr>
            <p:ph type="dt" sz="half" idx="10"/>
          </p:nvPr>
        </p:nvSpPr>
        <p:spPr/>
        <p:txBody>
          <a:bodyPr/>
          <a:lstStyle/>
          <a:p>
            <a:fld id="{26648ED1-6129-4ED2-A2D9-CBE1D3BA665D}" type="datetimeFigureOut">
              <a:rPr lang="en-KE" smtClean="0"/>
              <a:t>01/02/2026</a:t>
            </a:fld>
            <a:endParaRPr lang="en-KE"/>
          </a:p>
        </p:txBody>
      </p:sp>
      <p:sp>
        <p:nvSpPr>
          <p:cNvPr id="3" name="Footer Placeholder 2">
            <a:extLst>
              <a:ext uri="{FF2B5EF4-FFF2-40B4-BE49-F238E27FC236}">
                <a16:creationId xmlns:a16="http://schemas.microsoft.com/office/drawing/2014/main" id="{7EBFA017-02FB-EC7F-19CC-541A3E14C058}"/>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7624C9C3-55E1-6283-16EF-23827952A6A3}"/>
              </a:ext>
            </a:extLst>
          </p:cNvPr>
          <p:cNvSpPr>
            <a:spLocks noGrp="1"/>
          </p:cNvSpPr>
          <p:nvPr>
            <p:ph type="sldNum" sz="quarter" idx="12"/>
          </p:nvPr>
        </p:nvSpPr>
        <p:spPr/>
        <p:txBody>
          <a:bodyPr/>
          <a:lstStyle/>
          <a:p>
            <a:fld id="{34C283BD-815C-4B57-B929-EC3EB867FEE2}" type="slidenum">
              <a:rPr lang="en-KE" smtClean="0"/>
              <a:t>‹#›</a:t>
            </a:fld>
            <a:endParaRPr lang="en-KE"/>
          </a:p>
        </p:txBody>
      </p:sp>
    </p:spTree>
    <p:extLst>
      <p:ext uri="{BB962C8B-B14F-4D97-AF65-F5344CB8AC3E}">
        <p14:creationId xmlns:p14="http://schemas.microsoft.com/office/powerpoint/2010/main" val="976475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A8B3F-F7AF-22E8-D8F4-B569E755FB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69728723-DE21-802E-AFBA-B1FBCBFC21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B8077FD6-9BF7-4F60-3B94-06504BA72B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EF32AA-BE46-11EC-BDF6-30E071A16F50}"/>
              </a:ext>
            </a:extLst>
          </p:cNvPr>
          <p:cNvSpPr>
            <a:spLocks noGrp="1"/>
          </p:cNvSpPr>
          <p:nvPr>
            <p:ph type="dt" sz="half" idx="10"/>
          </p:nvPr>
        </p:nvSpPr>
        <p:spPr/>
        <p:txBody>
          <a:bodyPr/>
          <a:lstStyle/>
          <a:p>
            <a:fld id="{26648ED1-6129-4ED2-A2D9-CBE1D3BA665D}" type="datetimeFigureOut">
              <a:rPr lang="en-KE" smtClean="0"/>
              <a:t>01/02/2026</a:t>
            </a:fld>
            <a:endParaRPr lang="en-KE"/>
          </a:p>
        </p:txBody>
      </p:sp>
      <p:sp>
        <p:nvSpPr>
          <p:cNvPr id="6" name="Footer Placeholder 5">
            <a:extLst>
              <a:ext uri="{FF2B5EF4-FFF2-40B4-BE49-F238E27FC236}">
                <a16:creationId xmlns:a16="http://schemas.microsoft.com/office/drawing/2014/main" id="{C7DED94C-0EDE-1F4B-F19C-DEEC2915264F}"/>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EADD09ED-BD12-A127-A71C-F8ACDE050CDA}"/>
              </a:ext>
            </a:extLst>
          </p:cNvPr>
          <p:cNvSpPr>
            <a:spLocks noGrp="1"/>
          </p:cNvSpPr>
          <p:nvPr>
            <p:ph type="sldNum" sz="quarter" idx="12"/>
          </p:nvPr>
        </p:nvSpPr>
        <p:spPr/>
        <p:txBody>
          <a:bodyPr/>
          <a:lstStyle/>
          <a:p>
            <a:fld id="{34C283BD-815C-4B57-B929-EC3EB867FEE2}" type="slidenum">
              <a:rPr lang="en-KE" smtClean="0"/>
              <a:t>‹#›</a:t>
            </a:fld>
            <a:endParaRPr lang="en-KE"/>
          </a:p>
        </p:txBody>
      </p:sp>
    </p:spTree>
    <p:extLst>
      <p:ext uri="{BB962C8B-B14F-4D97-AF65-F5344CB8AC3E}">
        <p14:creationId xmlns:p14="http://schemas.microsoft.com/office/powerpoint/2010/main" val="3062235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ECCF0-E7C2-53AB-F23A-D69B7C913C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DCFE2B56-86D6-5A4B-480F-0A3C87A2A2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BACA32F3-054A-8B1A-D7D3-B049F78632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D28660-44D0-0034-C9F4-815157404DF8}"/>
              </a:ext>
            </a:extLst>
          </p:cNvPr>
          <p:cNvSpPr>
            <a:spLocks noGrp="1"/>
          </p:cNvSpPr>
          <p:nvPr>
            <p:ph type="dt" sz="half" idx="10"/>
          </p:nvPr>
        </p:nvSpPr>
        <p:spPr/>
        <p:txBody>
          <a:bodyPr/>
          <a:lstStyle/>
          <a:p>
            <a:fld id="{26648ED1-6129-4ED2-A2D9-CBE1D3BA665D}" type="datetimeFigureOut">
              <a:rPr lang="en-KE" smtClean="0"/>
              <a:t>01/02/2026</a:t>
            </a:fld>
            <a:endParaRPr lang="en-KE"/>
          </a:p>
        </p:txBody>
      </p:sp>
      <p:sp>
        <p:nvSpPr>
          <p:cNvPr id="6" name="Footer Placeholder 5">
            <a:extLst>
              <a:ext uri="{FF2B5EF4-FFF2-40B4-BE49-F238E27FC236}">
                <a16:creationId xmlns:a16="http://schemas.microsoft.com/office/drawing/2014/main" id="{93EE498E-D5D8-86BC-13A0-8453D8226DD4}"/>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6826BC2D-8F33-5380-E5E2-CA0E2D5CDFC9}"/>
              </a:ext>
            </a:extLst>
          </p:cNvPr>
          <p:cNvSpPr>
            <a:spLocks noGrp="1"/>
          </p:cNvSpPr>
          <p:nvPr>
            <p:ph type="sldNum" sz="quarter" idx="12"/>
          </p:nvPr>
        </p:nvSpPr>
        <p:spPr/>
        <p:txBody>
          <a:bodyPr/>
          <a:lstStyle/>
          <a:p>
            <a:fld id="{34C283BD-815C-4B57-B929-EC3EB867FEE2}" type="slidenum">
              <a:rPr lang="en-KE" smtClean="0"/>
              <a:t>‹#›</a:t>
            </a:fld>
            <a:endParaRPr lang="en-KE"/>
          </a:p>
        </p:txBody>
      </p:sp>
    </p:spTree>
    <p:extLst>
      <p:ext uri="{BB962C8B-B14F-4D97-AF65-F5344CB8AC3E}">
        <p14:creationId xmlns:p14="http://schemas.microsoft.com/office/powerpoint/2010/main" val="3205950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D41B-B9AA-D569-2659-11B8A31E99A7}"/>
              </a:ext>
            </a:extLst>
          </p:cNvPr>
          <p:cNvSpPr>
            <a:spLocks noGrp="1"/>
          </p:cNvSpPr>
          <p:nvPr>
            <p:ph type="title"/>
          </p:nvPr>
        </p:nvSpPr>
        <p:spPr/>
        <p:txBody>
          <a:bodyPr/>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EA618594-15EB-BB8D-5656-4CD92FDE9B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CBABEB7C-1233-E1B5-B623-5BBEF8EEE58E}"/>
              </a:ext>
            </a:extLst>
          </p:cNvPr>
          <p:cNvSpPr>
            <a:spLocks noGrp="1"/>
          </p:cNvSpPr>
          <p:nvPr>
            <p:ph type="dt" sz="half" idx="10"/>
          </p:nvPr>
        </p:nvSpPr>
        <p:spPr/>
        <p:txBody>
          <a:bodyPr/>
          <a:lstStyle/>
          <a:p>
            <a:fld id="{26648ED1-6129-4ED2-A2D9-CBE1D3BA665D}" type="datetimeFigureOut">
              <a:rPr lang="en-KE" smtClean="0"/>
              <a:t>01/02/2026</a:t>
            </a:fld>
            <a:endParaRPr lang="en-KE"/>
          </a:p>
        </p:txBody>
      </p:sp>
      <p:sp>
        <p:nvSpPr>
          <p:cNvPr id="5" name="Footer Placeholder 4">
            <a:extLst>
              <a:ext uri="{FF2B5EF4-FFF2-40B4-BE49-F238E27FC236}">
                <a16:creationId xmlns:a16="http://schemas.microsoft.com/office/drawing/2014/main" id="{8DDBA9D5-1286-9EDD-CD92-255425FBE5B1}"/>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66A869D1-8C7F-6E84-7B9D-4D98C1F1C9A2}"/>
              </a:ext>
            </a:extLst>
          </p:cNvPr>
          <p:cNvSpPr>
            <a:spLocks noGrp="1"/>
          </p:cNvSpPr>
          <p:nvPr>
            <p:ph type="sldNum" sz="quarter" idx="12"/>
          </p:nvPr>
        </p:nvSpPr>
        <p:spPr/>
        <p:txBody>
          <a:bodyPr/>
          <a:lstStyle/>
          <a:p>
            <a:fld id="{34C283BD-815C-4B57-B929-EC3EB867FEE2}" type="slidenum">
              <a:rPr lang="en-KE" smtClean="0"/>
              <a:t>‹#›</a:t>
            </a:fld>
            <a:endParaRPr lang="en-KE"/>
          </a:p>
        </p:txBody>
      </p:sp>
    </p:spTree>
    <p:extLst>
      <p:ext uri="{BB962C8B-B14F-4D97-AF65-F5344CB8AC3E}">
        <p14:creationId xmlns:p14="http://schemas.microsoft.com/office/powerpoint/2010/main" val="1180675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D573E7-A650-C2E9-124A-173E75B7E0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B1D7A753-AF2B-B9A3-C727-697ECB1B12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AEC21948-7862-8654-4110-5488A4109136}"/>
              </a:ext>
            </a:extLst>
          </p:cNvPr>
          <p:cNvSpPr>
            <a:spLocks noGrp="1"/>
          </p:cNvSpPr>
          <p:nvPr>
            <p:ph type="dt" sz="half" idx="10"/>
          </p:nvPr>
        </p:nvSpPr>
        <p:spPr/>
        <p:txBody>
          <a:bodyPr/>
          <a:lstStyle/>
          <a:p>
            <a:fld id="{26648ED1-6129-4ED2-A2D9-CBE1D3BA665D}" type="datetimeFigureOut">
              <a:rPr lang="en-KE" smtClean="0"/>
              <a:t>01/02/2026</a:t>
            </a:fld>
            <a:endParaRPr lang="en-KE"/>
          </a:p>
        </p:txBody>
      </p:sp>
      <p:sp>
        <p:nvSpPr>
          <p:cNvPr id="5" name="Footer Placeholder 4">
            <a:extLst>
              <a:ext uri="{FF2B5EF4-FFF2-40B4-BE49-F238E27FC236}">
                <a16:creationId xmlns:a16="http://schemas.microsoft.com/office/drawing/2014/main" id="{B9A8526A-C9EE-32F9-39AC-4BA9946134AD}"/>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585F57E9-5E2E-68A9-130A-46376D08B351}"/>
              </a:ext>
            </a:extLst>
          </p:cNvPr>
          <p:cNvSpPr>
            <a:spLocks noGrp="1"/>
          </p:cNvSpPr>
          <p:nvPr>
            <p:ph type="sldNum" sz="quarter" idx="12"/>
          </p:nvPr>
        </p:nvSpPr>
        <p:spPr/>
        <p:txBody>
          <a:bodyPr/>
          <a:lstStyle/>
          <a:p>
            <a:fld id="{34C283BD-815C-4B57-B929-EC3EB867FEE2}" type="slidenum">
              <a:rPr lang="en-KE" smtClean="0"/>
              <a:t>‹#›</a:t>
            </a:fld>
            <a:endParaRPr lang="en-KE"/>
          </a:p>
        </p:txBody>
      </p:sp>
    </p:spTree>
    <p:extLst>
      <p:ext uri="{BB962C8B-B14F-4D97-AF65-F5344CB8AC3E}">
        <p14:creationId xmlns:p14="http://schemas.microsoft.com/office/powerpoint/2010/main" val="3130842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B3B0B4-042E-9FFB-8582-7974F0E221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E"/>
          </a:p>
        </p:txBody>
      </p:sp>
      <p:sp>
        <p:nvSpPr>
          <p:cNvPr id="3" name="Text Placeholder 2">
            <a:extLst>
              <a:ext uri="{FF2B5EF4-FFF2-40B4-BE49-F238E27FC236}">
                <a16:creationId xmlns:a16="http://schemas.microsoft.com/office/drawing/2014/main" id="{B24C6AA6-F848-DB6C-A0FE-0B628168FA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FAA0D46A-DC43-CEC4-FF96-01BA11A3B0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648ED1-6129-4ED2-A2D9-CBE1D3BA665D}" type="datetimeFigureOut">
              <a:rPr lang="en-KE" smtClean="0"/>
              <a:t>01/02/2026</a:t>
            </a:fld>
            <a:endParaRPr lang="en-KE"/>
          </a:p>
        </p:txBody>
      </p:sp>
      <p:sp>
        <p:nvSpPr>
          <p:cNvPr id="5" name="Footer Placeholder 4">
            <a:extLst>
              <a:ext uri="{FF2B5EF4-FFF2-40B4-BE49-F238E27FC236}">
                <a16:creationId xmlns:a16="http://schemas.microsoft.com/office/drawing/2014/main" id="{ACD336E6-60A8-7552-3923-CAA2084105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E"/>
          </a:p>
        </p:txBody>
      </p:sp>
      <p:sp>
        <p:nvSpPr>
          <p:cNvPr id="6" name="Slide Number Placeholder 5">
            <a:extLst>
              <a:ext uri="{FF2B5EF4-FFF2-40B4-BE49-F238E27FC236}">
                <a16:creationId xmlns:a16="http://schemas.microsoft.com/office/drawing/2014/main" id="{51AEB5C9-C753-881F-55F0-74DE7A26E7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283BD-815C-4B57-B929-EC3EB867FEE2}" type="slidenum">
              <a:rPr lang="en-KE" smtClean="0"/>
              <a:t>‹#›</a:t>
            </a:fld>
            <a:endParaRPr lang="en-KE"/>
          </a:p>
        </p:txBody>
      </p:sp>
    </p:spTree>
    <p:extLst>
      <p:ext uri="{BB962C8B-B14F-4D97-AF65-F5344CB8AC3E}">
        <p14:creationId xmlns:p14="http://schemas.microsoft.com/office/powerpoint/2010/main" val="356451533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482D3-3B54-62A4-3485-1B0AD4A2CFF8}"/>
              </a:ext>
            </a:extLst>
          </p:cNvPr>
          <p:cNvSpPr>
            <a:spLocks noGrp="1"/>
          </p:cNvSpPr>
          <p:nvPr>
            <p:ph type="ctrTitle"/>
          </p:nvPr>
        </p:nvSpPr>
        <p:spPr/>
        <p:txBody>
          <a:bodyPr>
            <a:normAutofit/>
          </a:bodyPr>
          <a:lstStyle/>
          <a:p>
            <a:r>
              <a:rPr lang="en-US" sz="7200" b="1" dirty="0"/>
              <a:t>AIRCTRAFT FATALITY PRESENTATION</a:t>
            </a:r>
            <a:endParaRPr lang="en-KE" sz="7200" b="1" dirty="0"/>
          </a:p>
        </p:txBody>
      </p:sp>
    </p:spTree>
    <p:extLst>
      <p:ext uri="{BB962C8B-B14F-4D97-AF65-F5344CB8AC3E}">
        <p14:creationId xmlns:p14="http://schemas.microsoft.com/office/powerpoint/2010/main" val="3649473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D6D17-E1D6-A7B0-3142-EDB65995577A}"/>
              </a:ext>
            </a:extLst>
          </p:cNvPr>
          <p:cNvSpPr>
            <a:spLocks noGrp="1"/>
          </p:cNvSpPr>
          <p:nvPr>
            <p:ph type="title"/>
          </p:nvPr>
        </p:nvSpPr>
        <p:spPr/>
        <p:txBody>
          <a:bodyPr/>
          <a:lstStyle/>
          <a:p>
            <a:r>
              <a:rPr lang="en-US" b="1" dirty="0"/>
              <a:t>BUSINESS PROBLEM</a:t>
            </a:r>
            <a:endParaRPr lang="en-KE" b="1" dirty="0"/>
          </a:p>
        </p:txBody>
      </p:sp>
      <p:sp>
        <p:nvSpPr>
          <p:cNvPr id="3" name="Content Placeholder 2">
            <a:extLst>
              <a:ext uri="{FF2B5EF4-FFF2-40B4-BE49-F238E27FC236}">
                <a16:creationId xmlns:a16="http://schemas.microsoft.com/office/drawing/2014/main" id="{44FBCB91-00EE-F4AA-9DB9-41E9AD9DCBDF}"/>
              </a:ext>
            </a:extLst>
          </p:cNvPr>
          <p:cNvSpPr>
            <a:spLocks noGrp="1"/>
          </p:cNvSpPr>
          <p:nvPr>
            <p:ph idx="1"/>
          </p:nvPr>
        </p:nvSpPr>
        <p:spPr/>
        <p:txBody>
          <a:bodyPr/>
          <a:lstStyle/>
          <a:p>
            <a:r>
              <a:rPr lang="en-US" dirty="0"/>
              <a:t>Your company is expanding into new industries to diversify its portfolio. Specifically, they are interested in purchasing and operating airplanes for commercial and private enterprises, but do not know anything about the potential risks of aircraft. You are charged with determining which aircraft are the lowest risk for the company to start this new business endeavor. You must then translate your findings into actionable insights that the head of the new aviation division can use to help decide which aircraft to purchase.</a:t>
            </a:r>
            <a:endParaRPr lang="en-KE" dirty="0"/>
          </a:p>
        </p:txBody>
      </p:sp>
    </p:spTree>
    <p:extLst>
      <p:ext uri="{BB962C8B-B14F-4D97-AF65-F5344CB8AC3E}">
        <p14:creationId xmlns:p14="http://schemas.microsoft.com/office/powerpoint/2010/main" val="3139342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D6D17-E1D6-A7B0-3142-EDB65995577A}"/>
              </a:ext>
            </a:extLst>
          </p:cNvPr>
          <p:cNvSpPr>
            <a:spLocks noGrp="1"/>
          </p:cNvSpPr>
          <p:nvPr>
            <p:ph type="title"/>
          </p:nvPr>
        </p:nvSpPr>
        <p:spPr/>
        <p:txBody>
          <a:bodyPr/>
          <a:lstStyle/>
          <a:p>
            <a:r>
              <a:rPr lang="en-US" b="1" dirty="0"/>
              <a:t>Overview of Business Understanding</a:t>
            </a:r>
            <a:endParaRPr lang="en-KE" b="1" dirty="0"/>
          </a:p>
        </p:txBody>
      </p:sp>
      <p:sp>
        <p:nvSpPr>
          <p:cNvPr id="3" name="Content Placeholder 2">
            <a:extLst>
              <a:ext uri="{FF2B5EF4-FFF2-40B4-BE49-F238E27FC236}">
                <a16:creationId xmlns:a16="http://schemas.microsoft.com/office/drawing/2014/main" id="{44FBCB91-00EE-F4AA-9DB9-41E9AD9DCBDF}"/>
              </a:ext>
            </a:extLst>
          </p:cNvPr>
          <p:cNvSpPr>
            <a:spLocks noGrp="1"/>
          </p:cNvSpPr>
          <p:nvPr>
            <p:ph idx="1"/>
          </p:nvPr>
        </p:nvSpPr>
        <p:spPr/>
        <p:txBody>
          <a:bodyPr/>
          <a:lstStyle/>
          <a:p>
            <a:pPr marL="0" indent="0">
              <a:buNone/>
            </a:pPr>
            <a:r>
              <a:rPr lang="en-US" dirty="0"/>
              <a:t>This project aims to solve potential risks in the aircraft business. The company aims at reducing risk and uncertainty in the company as the company aims at expanding the business. Since the company has no prior experience in the potential risk of aircraft, the business aims at coming up with the lowest risk aircraft that are safe to them and additionally profitable to the business.</a:t>
            </a:r>
            <a:endParaRPr lang="en-KE" dirty="0"/>
          </a:p>
        </p:txBody>
      </p:sp>
    </p:spTree>
    <p:extLst>
      <p:ext uri="{BB962C8B-B14F-4D97-AF65-F5344CB8AC3E}">
        <p14:creationId xmlns:p14="http://schemas.microsoft.com/office/powerpoint/2010/main" val="3008887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D5DC747-314E-B7AF-67B5-7B56EF192E32}"/>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E"/>
          </a:p>
        </p:txBody>
      </p:sp>
      <p:pic>
        <p:nvPicPr>
          <p:cNvPr id="11" name="Picture 10">
            <a:extLst>
              <a:ext uri="{FF2B5EF4-FFF2-40B4-BE49-F238E27FC236}">
                <a16:creationId xmlns:a16="http://schemas.microsoft.com/office/drawing/2014/main" id="{69081BFA-1DA6-DEF5-63EF-E0B27E2EC87E}"/>
              </a:ext>
            </a:extLst>
          </p:cNvPr>
          <p:cNvPicPr>
            <a:picLocks noChangeAspect="1"/>
          </p:cNvPicPr>
          <p:nvPr/>
        </p:nvPicPr>
        <p:blipFill>
          <a:blip r:embed="rId2"/>
          <a:stretch>
            <a:fillRect/>
          </a:stretch>
        </p:blipFill>
        <p:spPr>
          <a:xfrm>
            <a:off x="3884500" y="103909"/>
            <a:ext cx="3715355" cy="6650182"/>
          </a:xfrm>
          <a:prstGeom prst="rect">
            <a:avLst/>
          </a:prstGeom>
        </p:spPr>
      </p:pic>
    </p:spTree>
    <p:extLst>
      <p:ext uri="{BB962C8B-B14F-4D97-AF65-F5344CB8AC3E}">
        <p14:creationId xmlns:p14="http://schemas.microsoft.com/office/powerpoint/2010/main" val="2553225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D5DC747-314E-B7AF-67B5-7B56EF192E32}"/>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E"/>
          </a:p>
        </p:txBody>
      </p:sp>
      <p:pic>
        <p:nvPicPr>
          <p:cNvPr id="4" name="Picture 3">
            <a:extLst>
              <a:ext uri="{FF2B5EF4-FFF2-40B4-BE49-F238E27FC236}">
                <a16:creationId xmlns:a16="http://schemas.microsoft.com/office/drawing/2014/main" id="{A0B3CFBF-B3AE-D610-5DBB-02E4D3FDCAB9}"/>
              </a:ext>
            </a:extLst>
          </p:cNvPr>
          <p:cNvPicPr>
            <a:picLocks noChangeAspect="1"/>
          </p:cNvPicPr>
          <p:nvPr/>
        </p:nvPicPr>
        <p:blipFill>
          <a:blip r:embed="rId2"/>
          <a:stretch>
            <a:fillRect/>
          </a:stretch>
        </p:blipFill>
        <p:spPr>
          <a:xfrm>
            <a:off x="4855444" y="0"/>
            <a:ext cx="2481111" cy="6858000"/>
          </a:xfrm>
          <a:prstGeom prst="rect">
            <a:avLst/>
          </a:prstGeom>
        </p:spPr>
      </p:pic>
    </p:spTree>
    <p:extLst>
      <p:ext uri="{BB962C8B-B14F-4D97-AF65-F5344CB8AC3E}">
        <p14:creationId xmlns:p14="http://schemas.microsoft.com/office/powerpoint/2010/main" val="3307805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D5DC747-314E-B7AF-67B5-7B56EF192E32}"/>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E"/>
          </a:p>
        </p:txBody>
      </p:sp>
      <p:pic>
        <p:nvPicPr>
          <p:cNvPr id="5" name="Picture 4">
            <a:extLst>
              <a:ext uri="{FF2B5EF4-FFF2-40B4-BE49-F238E27FC236}">
                <a16:creationId xmlns:a16="http://schemas.microsoft.com/office/drawing/2014/main" id="{75A1B516-85BF-BAC6-321C-1E83286120CA}"/>
              </a:ext>
            </a:extLst>
          </p:cNvPr>
          <p:cNvPicPr>
            <a:picLocks noChangeAspect="1"/>
          </p:cNvPicPr>
          <p:nvPr/>
        </p:nvPicPr>
        <p:blipFill>
          <a:blip r:embed="rId2"/>
          <a:stretch>
            <a:fillRect/>
          </a:stretch>
        </p:blipFill>
        <p:spPr>
          <a:xfrm>
            <a:off x="2654847" y="0"/>
            <a:ext cx="6744283" cy="6858000"/>
          </a:xfrm>
          <a:prstGeom prst="rect">
            <a:avLst/>
          </a:prstGeom>
        </p:spPr>
      </p:pic>
    </p:spTree>
    <p:extLst>
      <p:ext uri="{BB962C8B-B14F-4D97-AF65-F5344CB8AC3E}">
        <p14:creationId xmlns:p14="http://schemas.microsoft.com/office/powerpoint/2010/main" val="1326264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D5DC747-314E-B7AF-67B5-7B56EF192E32}"/>
              </a:ext>
            </a:extLst>
          </p:cNvPr>
          <p:cNvSpPr/>
          <p:nvPr/>
        </p:nvSpPr>
        <p:spPr>
          <a:xfrm>
            <a:off x="0" y="0"/>
            <a:ext cx="12192000" cy="68580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E"/>
          </a:p>
        </p:txBody>
      </p:sp>
      <p:pic>
        <p:nvPicPr>
          <p:cNvPr id="6" name="Picture 5">
            <a:extLst>
              <a:ext uri="{FF2B5EF4-FFF2-40B4-BE49-F238E27FC236}">
                <a16:creationId xmlns:a16="http://schemas.microsoft.com/office/drawing/2014/main" id="{847928C3-7978-118F-7F0F-2D90A2C8D8EB}"/>
              </a:ext>
            </a:extLst>
          </p:cNvPr>
          <p:cNvPicPr>
            <a:picLocks noChangeAspect="1"/>
          </p:cNvPicPr>
          <p:nvPr/>
        </p:nvPicPr>
        <p:blipFill>
          <a:blip r:embed="rId2"/>
          <a:stretch>
            <a:fillRect/>
          </a:stretch>
        </p:blipFill>
        <p:spPr>
          <a:xfrm>
            <a:off x="977413" y="0"/>
            <a:ext cx="10237173" cy="6858000"/>
          </a:xfrm>
          <a:prstGeom prst="rect">
            <a:avLst/>
          </a:prstGeom>
        </p:spPr>
      </p:pic>
    </p:spTree>
    <p:extLst>
      <p:ext uri="{BB962C8B-B14F-4D97-AF65-F5344CB8AC3E}">
        <p14:creationId xmlns:p14="http://schemas.microsoft.com/office/powerpoint/2010/main" val="3422581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7F0FB7-4CBC-52AB-35FF-74E18CD48812}"/>
              </a:ext>
            </a:extLst>
          </p:cNvPr>
          <p:cNvSpPr>
            <a:spLocks noGrp="1"/>
          </p:cNvSpPr>
          <p:nvPr>
            <p:ph idx="1"/>
          </p:nvPr>
        </p:nvSpPr>
        <p:spPr>
          <a:xfrm>
            <a:off x="838200" y="1842655"/>
            <a:ext cx="10515600" cy="4334308"/>
          </a:xfrm>
        </p:spPr>
        <p:txBody>
          <a:bodyPr>
            <a:normAutofit/>
          </a:bodyPr>
          <a:lstStyle/>
          <a:p>
            <a:pPr marL="0" indent="0" algn="ctr">
              <a:buNone/>
            </a:pPr>
            <a:r>
              <a:rPr lang="en-US" sz="6000" b="1" dirty="0"/>
              <a:t>THE END.</a:t>
            </a:r>
            <a:endParaRPr lang="en-KE" sz="6000" b="1" dirty="0"/>
          </a:p>
        </p:txBody>
      </p:sp>
    </p:spTree>
    <p:extLst>
      <p:ext uri="{BB962C8B-B14F-4D97-AF65-F5344CB8AC3E}">
        <p14:creationId xmlns:p14="http://schemas.microsoft.com/office/powerpoint/2010/main" val="39189636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TotalTime>
  <Words>169</Words>
  <Application>Microsoft Office PowerPoint</Application>
  <PresentationFormat>Widescreen</PresentationFormat>
  <Paragraphs>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AIRCTRAFT FATALITY PRESENTATION</vt:lpstr>
      <vt:lpstr>BUSINESS PROBLEM</vt:lpstr>
      <vt:lpstr>Overview of Business Understanding</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AIRCTRAFT FATALITY PRESENTATION</dc:title>
  <dc:creator>Winnie Nduva</dc:creator>
  <cp:lastModifiedBy>Winnie Nduva</cp:lastModifiedBy>
  <cp:revision>1</cp:revision>
  <dcterms:created xsi:type="dcterms:W3CDTF">2026-02-01T11:43:30Z</dcterms:created>
  <dcterms:modified xsi:type="dcterms:W3CDTF">2026-02-01T12:22:49Z</dcterms:modified>
</cp:coreProperties>
</file>